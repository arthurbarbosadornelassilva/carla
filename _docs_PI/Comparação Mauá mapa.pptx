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658" y="-1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37C07-C6CB-BECC-86CB-9EC951679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789FA1-5C57-6C39-9229-4B6FAC0F5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E19712-39F2-88EA-41ED-1B7CBCDD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432CB0-85E4-CC1E-BCE6-4FD19A97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4DD442-4322-118C-08EC-8A4B574B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49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59A76-5922-6C05-EAF0-F12A84C44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2F346A-7CF3-8A51-9382-038EB1968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4391BA-E49D-CC79-766F-31FB2CEC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4E91B2-C2A9-1937-52A4-7612E6BA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1D4786-6B57-6C99-C282-64620520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75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C4FDE-C3DA-B3E1-2C55-F26C321CE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48209E-A883-4F73-1450-91C304745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D9B9DE-FB5E-DAE1-3478-34C75F1EC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A512BB-7445-A979-5545-9ACD420D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6D60A2-0AB6-BECF-9740-AF81CEDE4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54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F41F8-56AE-A1DF-ECE7-D8E37195B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2FB402-8F0A-94A6-9700-F6C73021C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4702FF-C860-1917-0C96-ADFE55CC0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663F39-5311-A90D-459F-8707C88C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029D57-DE79-3C77-24D5-F97AAEDD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2ED635-1149-9E44-D974-302F8425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214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EA1DE-2E94-390F-EF7C-03FEF96A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A3A001-C543-9446-EFEA-61EA4420B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FADAB6-A930-B15F-ADC5-83ACCCB17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EC58794-A0E4-82FB-4C9F-D7C8D8E61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BA4F3E5-94F0-9203-7BFA-92BC022C9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EF6E64-B38F-A542-4C66-67C0978E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B141B1-2969-86B0-7623-49BCB701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284C22-275F-9A82-4E29-E238BA68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68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3AA6E-1CA1-D0F2-A556-DFA6DB09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B1F0A87-1F31-0ECC-EFBE-FDBEEFB76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364724-57D1-011B-B97E-69FD3119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44C4-4D6D-F2CD-4D5C-E5AC6725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485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FBEA5-2364-1F35-783B-B34A346B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7143F6-08C5-0200-8B3D-FDE234C8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862EBD-E4D6-C35F-A4F4-324BA70ED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528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9655E-2B58-F146-69F5-FAE419746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69AE06-C171-E37A-A086-F5E2456BE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F80E3C-6241-C606-4621-02F4F4F30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06AEE1-1E5C-1EF2-FFF3-6CB836E8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D961B5-72E7-1706-1548-4FDE9B9F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38E69D-D387-85AA-428F-73B59CB6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4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7F520-E0C0-68D6-46E4-F76ED8AE1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9CB60B4-158F-1831-8CE2-A66B79759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A18F96-D6B0-D65A-B78A-ECDA8335A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B1B3AC-5D66-18B7-DF8E-2866063A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71EA1C-8FA8-E09D-507F-BA7EEDDD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E1153D-5D2B-45C2-1977-694F81C5F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09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EF31B-6B53-6BF3-5E6A-1BF02C37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6066FA-4F66-6416-B152-4F6BFDCD2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6A0E8D-FE48-1A72-892F-C7597547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ED5593-94A9-FEE9-1822-467BB4D3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48924A-0F30-4EDB-DE13-9292F84A9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097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37E934-2856-1C15-63BF-09E20AD4A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BCB221-BBB2-A3CA-4B51-BC77BA278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F550FB-AA41-2C7F-C2F6-025345B5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62C360-F50A-78EE-D583-1A5FD90B7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08E7DC-E146-A439-FE3A-D65D6E78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7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E11E683-FD38-BB08-1831-E1106F858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909E0B-49ED-5A31-37F8-4D39B44B3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01B571-8B9F-62FF-C75A-128F065EF1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5F718-429E-4D2A-83D9-66060C2258F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A80F5D-1DFF-2F9D-F819-6425E3E1D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8AC32A-1929-F02C-0DCE-ED6AA8458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0B9E8-1A11-453A-91AF-692090285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589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5C45DE4-6C06-194B-51D8-03F256C204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2494" y="723522"/>
            <a:ext cx="8507012" cy="541095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CEC9A39-8A05-F7F2-4A8E-E7285B1327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rot="2983725">
            <a:off x="2483283" y="207791"/>
            <a:ext cx="69888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32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4C3C1EF-4D7B-A464-4151-BB974A49E5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0240" y="1021007"/>
            <a:ext cx="8429266" cy="536150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D4D2DC6-AD83-BCE5-F783-9E67361D70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9273408">
            <a:off x="2618489" y="1005235"/>
            <a:ext cx="7032769" cy="552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74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1210BCD-BA37-88B9-ABD4-842D99EBBD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4301" y="442623"/>
            <a:ext cx="9157768" cy="582487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D65BF37-5AD3-3B05-C5C7-AF079EA7AB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9289966">
            <a:off x="1929498" y="583840"/>
            <a:ext cx="7613538" cy="602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54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48dd5d-1ce4-4b4e-9f79-3fc57becd10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BE84A513903544F8243F6DAF5245D9C" ma:contentTypeVersion="14" ma:contentTypeDescription="Crie um novo documento." ma:contentTypeScope="" ma:versionID="2cf784d4621480e1808e7d86d432b875">
  <xsd:schema xmlns:xsd="http://www.w3.org/2001/XMLSchema" xmlns:xs="http://www.w3.org/2001/XMLSchema" xmlns:p="http://schemas.microsoft.com/office/2006/metadata/properties" xmlns:ns3="9948dd5d-1ce4-4b4e-9f79-3fc57becd10a" xmlns:ns4="a9b245ab-7cf5-48dc-82be-404caebc4be1" targetNamespace="http://schemas.microsoft.com/office/2006/metadata/properties" ma:root="true" ma:fieldsID="63adbde06b74fd6464bdd31c7e842553" ns3:_="" ns4:_="">
    <xsd:import namespace="9948dd5d-1ce4-4b4e-9f79-3fc57becd10a"/>
    <xsd:import namespace="a9b245ab-7cf5-48dc-82be-404caebc4be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8dd5d-1ce4-4b4e-9f79-3fc57becd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245ab-7cf5-48dc-82be-404caebc4be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E261A-53F3-4B11-A792-B2B1F381C4AC}">
  <ds:schemaRefs>
    <ds:schemaRef ds:uri="http://purl.org/dc/terms/"/>
    <ds:schemaRef ds:uri="a9b245ab-7cf5-48dc-82be-404caebc4be1"/>
    <ds:schemaRef ds:uri="http://schemas.microsoft.com/office/2006/documentManagement/types"/>
    <ds:schemaRef ds:uri="9948dd5d-1ce4-4b4e-9f79-3fc57becd10a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96E8398-E211-4046-9CF5-EA5D8A15A0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414D26-D07D-45E4-A844-0D9F4C4495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48dd5d-1ce4-4b4e-9f79-3fc57becd10a"/>
    <ds:schemaRef ds:uri="a9b245ab-7cf5-48dc-82be-404caebc4b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BARBOSA DORNELAS SILVA</dc:creator>
  <cp:lastModifiedBy>ARTHUR BARBOSA DORNELAS SILVA</cp:lastModifiedBy>
  <cp:revision>3</cp:revision>
  <dcterms:created xsi:type="dcterms:W3CDTF">2026-05-15T22:42:17Z</dcterms:created>
  <dcterms:modified xsi:type="dcterms:W3CDTF">2026-05-22T23:56:30Z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0x010100CBE84A513903544F8243F6DAF5245D9C</vt:lpwstr>
  </property>
</Properties>
</file>